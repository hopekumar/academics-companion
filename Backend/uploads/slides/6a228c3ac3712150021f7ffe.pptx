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6a228c3ac3712150021f7ffe</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document discusses the need for a clear and comprehensive taxonomy to classify different types of cyber attacks based on their impact on victims. The current taxonomies face issues such as inability to distinguish between tactics and effects, lack of relevance due to evolving threat actors and h...</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Need for a clear and comprehensive taxonomy to classify cyber attacks</a:t>
            </a:r>
          </a:p>
          <a:p>
            <a:r>
              <a:rPr lang="en-US"/>
              <a:t>Current taxonomies face issues with distinguishing tactics from effects, relevance, and applicability</a:t>
            </a:r>
          </a:p>
          <a:p>
            <a:r>
              <a:rPr lang="en-US"/>
              <a:t>Howard (1998) and Kjaerland (2005) taxonomies categorize effects on victims</a:t>
            </a:r>
          </a:p>
          <a:p>
            <a:r>
              <a:rPr lang="en-US"/>
              <a:t>CISSM presents a new taxonomy that disentangles tactics from effects</a:t>
            </a:r>
          </a:p>
          <a:p>
            <a:r>
              <a:rPr lang="en-US"/>
              <a:t>Understanding the distribution and methods of exploitative and disruptive event types is important for different sectors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Q: What is the proposed taxonomy for classifying cyber events? | A: Classifying Cyber Events: A Proposed Taxonomy</a:t>
            </a:r>
          </a:p>
          <a:p>
            <a:r>
              <a:rPr lang="en-US"/>
              <a:t>Q: Who is the author of the widely cited taxonomy that includes classification methods for attackers, objectives, tools, access, and impact? | A: Howard</a:t>
            </a:r>
          </a:p>
          <a:p>
            <a:r>
              <a:rPr lang="en-US"/>
              <a:t>Q: What are the five categories of cyber activity's unauthorized results according to Howard's taxonomy? | A: Corruption of Data, Disclosure of Information, Denial of Service, Increased Access, Theft of Service</a:t>
            </a:r>
          </a:p>
          <a:p>
            <a:r>
              <a:rPr lang="en-US"/>
              <a:t>Q: Which four categories does Kjaerland classify cyber effects under? | A: Disrupt, Distort, Destruct, Disclosure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Further research on developing a comprehensive and effective taxonomy for classifying cyber attacks</a:t>
            </a:r>
          </a:p>
          <a:p>
            <a:r>
              <a:rPr lang="en-US"/>
              <a:t>Evaluation of the CISSM taxonomy in real-world scenarios</a:t>
            </a:r>
          </a:p>
          <a:p>
            <a:r>
              <a:rPr lang="en-US"/>
              <a:t>Understanding the impact of different types of cyber attacks on various sectors and industries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importance of having a clear and comprehensive taxonomy to understand and respond to cyber attacks</a:t>
            </a:r>
          </a:p>
          <a:p>
            <a:r>
              <a:rPr lang="en-US"/>
              <a:t>The need to distinguish between tactics and effects in cyber attack classification</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