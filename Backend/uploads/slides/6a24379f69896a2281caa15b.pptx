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6a24379f69896a2281caa15b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summary available.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key concepts extracted.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applications/next steps available.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important takeaways available.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