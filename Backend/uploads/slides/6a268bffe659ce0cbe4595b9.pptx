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6a268bffe659ce0cbe4595b9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