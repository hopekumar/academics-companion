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ctrTitle"/>
          </p:nvPr>
        </p:nvSpPr>
        <p:spPr>
          <a:xfrm>
            <a:off x="685800" y="2130425"/>
            <a:ext cx="7772400" cy="1470025"/>
          </a:xfrm>
        </p:spPr>
        <p:txBody>
          <a:bodyPr/>
          <a:lstStyle/>
          <a:p>
            <a:r>
              <a:rPr lang="en-US"/>
              <a:t>Generated Presentation</a:t>
            </a:r>
            <a:endParaRPr lang="en-US" smtClean="0"/>
          </a:p>
        </p:txBody>
      </p:sp>
      <p:sp xmlns:r="http://schemas.openxmlformats.org/officeDocument/2006/relationships">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Source ID: 6a22a015c3712150021f805f</a:t>
            </a:r>
            <a:endParaRPr lang="en-US" smtClean="0"/>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Overview</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The document discusses the importance of creating a taxonomy for categorizing cyber events based on their effects, rather than just tactics or techniques used. The taxonomy should be consistent, understandable, comprehensive, and exhaustive. The document also mentions some existing taxonomies and th...</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Key Concepts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The importance of categorizing cyber events based on effects</a:t>
            </a:r>
          </a:p>
          <a:p>
            <a:r>
              <a:rPr lang="en-US"/>
              <a:t>Existing taxonomies have shortcomings such as lack of exclusivity and coverage</a:t>
            </a:r>
          </a:p>
          <a:p>
            <a:r>
              <a:rPr lang="en-US"/>
              <a:t>The author uses a dataset to test the CISSM taxonomy focusing on cyber events by their effects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Definitions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Q: What is the title of the study referenced in the context? | A: Classifying Cyber Events: A Proposed Taxonomy</a:t>
            </a:r>
          </a:p>
          <a:p>
            <a:r>
              <a:rPr lang="en-US"/>
              <a:t>Q: Who divides the impact of cyber activity into five categories? | A: Howard</a:t>
            </a:r>
          </a:p>
          <a:p>
            <a:r>
              <a:rPr lang="en-US"/>
              <a:t>Q: What are the four categories of cyber effects classified by Kjaerland? | A: Disrupt, Distort, Destruct, and Disclosure</a:t>
            </a:r>
          </a:p>
          <a:p>
            <a:r>
              <a:rPr lang="en-US"/>
              <a:t>Q: Which organization's website was defaced following a controversial decision in the context text? | A: International Weightlifting Federation (IWF)</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Applications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Research and development of a more effective taxonomy for categorizing cyber events</a:t>
            </a:r>
          </a:p>
          <a:p>
            <a:r>
              <a:rPr lang="en-US"/>
              <a:t>Evaluation of the CISSM taxonomy using the dataset mentioned in the document</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Revision Notes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Creating a taxonomy that focuses on effects can provide a better understanding of the range and concentration of cyber attacks faced by organizations</a:t>
            </a:r>
          </a:p>
          <a:p>
            <a:r>
              <a:rPr lang="en-US"/>
              <a:t>The taxonomy should be consistent, understandable, comprehensive, and exhaustive</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Quiz Highlights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Review flashcards for important test topics.</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Conclusion</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End of presentation. Review summary and flashcards for mastery.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