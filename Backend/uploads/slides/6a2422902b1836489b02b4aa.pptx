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6a2422902b1836489b02b4aa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