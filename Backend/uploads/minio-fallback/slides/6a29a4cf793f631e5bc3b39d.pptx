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6a29a4cf793f631e5bc3b39d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AI Summary generation encountered an error: Source not found and no text could be extracted.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Generation failed — retry recommended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'Generate Summary' again to retry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Service temporarily unavailable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