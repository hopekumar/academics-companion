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p:nvPr>
        </p:nvSpPr>
        <p:spPr>
          <a:xfrm>
            <a:off x="685800" y="2130425"/>
            <a:ext cx="7772400" cy="1470025"/>
          </a:xfrm>
        </p:spPr>
        <p:txBody>
          <a:bodyPr/>
          <a:lstStyle/>
          <a:p>
            <a:r>
              <a:rPr lang="en-US"/>
              <a:t>Generated Presentation</a:t>
            </a:r>
            <a:endParaRPr lang="en-US" smtClean="0"/>
          </a:p>
        </p:txBody>
      </p:sp>
      <p:sp xmlns:r="http://schemas.openxmlformats.org/officeDocument/2006/relationships">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Source ID: 6a3185b3583af35adba94e6c</a:t>
            </a:r>
            <a:endParaRPr lang="en-US" smtClean="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Overview</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provided text discusses the introduction to Java programming language, its history, and applications. Java was developed by Sun Microsystems (now Oracle) in 1995 by James Gosling, Mike Sheridan, and Patrick Naughton. It is an object-oriented, class-based, concurrent, secured, and general-purpose...</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Key Concepts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Introduction to Java</a:t>
            </a:r>
          </a:p>
          <a:p>
            <a:r>
              <a:rPr lang="en-US"/>
              <a:t>History of Java</a:t>
            </a:r>
          </a:p>
          <a:p>
            <a:r>
              <a:rPr lang="en-US"/>
              <a:t>Key Milestones in Java's development</a:t>
            </a:r>
          </a:p>
          <a:p>
            <a:r>
              <a:rPr lang="en-US"/>
              <a:t>Applications of Java</a:t>
            </a:r>
          </a:p>
          <a:p>
            <a:r>
              <a:rPr lang="en-US"/>
              <a:t>Object-Oriented Programming in Java</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Definitions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No flashcards found.</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Applications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Study the fundamentals of Object-Oriented Programming in Java</a:t>
            </a:r>
          </a:p>
          <a:p>
            <a:r>
              <a:rPr lang="en-US"/>
              <a:t>Explore specific applications of Java in various industries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Revision Notes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Java is a versatile programming language with wide industry applications</a:t>
            </a:r>
          </a:p>
          <a:p>
            <a:r>
              <a:rPr lang="en-US"/>
              <a:t>Java's platform-independent nature is a key factor in its success</a:t>
            </a:r>
          </a:p>
          <a:p>
            <a:r>
              <a:rPr lang="en-US"/>
              <a:t>Java has undergone significant improvements and feature additions over time</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Quiz Highlights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Review flashcards for important test topics.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Conclusion</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End of presentation. Review summary and flashcards for mastery.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