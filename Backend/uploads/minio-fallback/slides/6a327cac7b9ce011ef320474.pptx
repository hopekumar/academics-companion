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6a327cac7b9ce011ef320474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the introduction to Java programming language, its history, and applications. Developed by Sun Microsystems (now Oracle) in 1995, Java is an object-oriented, platform-independent language with a wide range of uses including desktop, web, enterprise, mobile, embedded syste...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Introduction to Java as an object-oriented language</a:t>
            </a:r>
          </a:p>
          <a:p>
            <a:r>
              <a:rPr lang="en-US"/>
              <a:t>Java's history, development, and key milestones</a:t>
            </a:r>
          </a:p>
          <a:p>
            <a:r>
              <a:rPr lang="en-US"/>
              <a:t>Applications of Java in various domains</a:t>
            </a:r>
          </a:p>
          <a:p>
            <a:r>
              <a:rPr lang="en-US"/>
              <a:t>Object-Oriented Programming concepts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fundamentals of Object-Oriented Programming in Java</a:t>
            </a:r>
          </a:p>
          <a:p>
            <a:r>
              <a:rPr lang="en-US"/>
              <a:t>Explore Java's syntax and write simple Java programs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Java's platform independence via JVM</a:t>
            </a:r>
          </a:p>
          <a:p>
            <a:r>
              <a:rPr lang="en-US"/>
              <a:t>Java's robustness, security, and scalability</a:t>
            </a:r>
          </a:p>
          <a:p>
            <a:r>
              <a:rPr lang="en-US"/>
              <a:t>Large community support and extensive libraries/APIs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