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6a2a3719a2876b6c40d9dee5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