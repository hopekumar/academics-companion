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6a2ffdf3c495ab0fdd9f5cef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Why is this flashcard showing? | A: The AI service is temporarily offline. This is a fallback flashcard.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