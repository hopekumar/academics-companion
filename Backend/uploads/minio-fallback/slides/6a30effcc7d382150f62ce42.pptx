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6a30effcc7d382150f62ce42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summary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key concepts extracted.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applications/next steps available.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important takeaways available.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