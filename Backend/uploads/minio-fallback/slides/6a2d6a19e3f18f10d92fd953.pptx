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6a2d6a19e3f18f10d92fd953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is operating in degraded fallback mode. The AI summarizer is temporarily offline.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Generation failed - please retry later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Q: Why is this flashcard showing? | A: The AI service is temporarily offline. This is a fallback flashcard.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Retry summary generation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offline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