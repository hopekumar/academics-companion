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6a310b7a03184c62c1863817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