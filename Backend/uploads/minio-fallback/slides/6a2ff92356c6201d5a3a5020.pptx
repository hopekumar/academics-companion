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6a2ff92356c6201d5a3a5020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