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6a317a89c689f50f41a77e2f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provided text discusses the Programming in Java course, focusing on its introduction, history, and key milestones. The course covers fundamental concepts of Object-Oriented Programming (OOP), including objects, classes, inheritance, polymorphism, abstraction, and encapsulation. Java is an object...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Introduction to Java</a:t>
            </a:r>
          </a:p>
          <a:p>
            <a:r>
              <a:rPr lang="en-US"/>
              <a:t>History of Java</a:t>
            </a:r>
          </a:p>
          <a:p>
            <a:r>
              <a:rPr lang="en-US"/>
              <a:t>Key Milestones in Java's development</a:t>
            </a:r>
          </a:p>
          <a:p>
            <a:r>
              <a:rPr lang="en-US"/>
              <a:t>Fundamentals of Object-Oriented Programming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Study the fundamentals of Object-Oriented Programming in Java</a:t>
            </a:r>
          </a:p>
          <a:p>
            <a:r>
              <a:rPr lang="en-US"/>
              <a:t>Explore real-world applications of Java across various domains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Java's platform-independent nature</a:t>
            </a:r>
          </a:p>
          <a:p>
            <a:r>
              <a:rPr lang="en-US"/>
              <a:t>Java's wide industry impact and applications</a:t>
            </a:r>
          </a:p>
          <a:p>
            <a:r>
              <a:rPr lang="en-US"/>
              <a:t>Why Java endures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