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p:nvPr>
        </p:nvSpPr>
        <p:spPr>
          <a:xfrm>
            <a:off x="685800" y="2130425"/>
            <a:ext cx="7772400" cy="1470025"/>
          </a:xfrm>
        </p:spPr>
        <p:txBody>
          <a:bodyPr/>
          <a:lstStyle/>
          <a:p>
            <a:r>
              <a:rPr lang="en-US"/>
              <a:t>Generated Presentation</a:t>
            </a:r>
            <a:endParaRPr lang="en-US" smtClean="0"/>
          </a:p>
        </p:txBody>
      </p:sp>
      <p:sp xmlns:r="http://schemas.openxmlformats.org/officeDocument/2006/relationships">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Source ID: 6a3232a242dc712204df1b29</a:t>
            </a:r>
            <a:endParaRPr lang="en-US" smtClean="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Overview</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provided text discusses a proposed taxonomy for classifying cyber events, aimed at facilitating meaningful conversations about the risks to organizations or critical infrastructure. The taxonomy is applied to analyze over 2,431 publicized cyber events from 2014-2016 across various industrial sec...</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Key Concepts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A taxonomy is proposed to classify cyber events based on disruptive and exploitative effects</a:t>
            </a:r>
          </a:p>
          <a:p>
            <a:r>
              <a:rPr lang="en-US"/>
              <a:t>The taxonomy was applied to analyze 2,431 publicized cyber events from 2014-2016 across various sectors</a:t>
            </a:r>
          </a:p>
          <a:p>
            <a:r>
              <a:rPr lang="en-US"/>
              <a:t>Government and Professional Services face the most attacks, with governments experiencing a mix of disruptive and exploitative events, while retail and hotel operators primarily face exploitative attacks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Definitions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No flashcards found.</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Applications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Further study on the proposed taxonomy's effectiveness in various industries</a:t>
            </a:r>
          </a:p>
          <a:p>
            <a:r>
              <a:rPr lang="en-US"/>
              <a:t>Research into tailored risk mitigation strategies for different industrial sectors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Revision Notes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need for sector-specific analysis to assess risks for organizations and critical infrastructure</a:t>
            </a:r>
          </a:p>
          <a:p>
            <a:r>
              <a:rPr lang="en-US"/>
              <a:t>The importance of tailoring risk mitigation strategies to fit different threat environments</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Quiz Highlights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Review flashcards for important test topics.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Conclusion</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End of presentation. Review summary and flashcards for mastery.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