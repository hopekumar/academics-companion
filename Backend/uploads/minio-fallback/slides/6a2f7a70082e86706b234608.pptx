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6a2f7a70082e86706b234608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