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Generated Presentation</a:t>
            </a:r>
            <a:endParaRPr lang="en-US" smtClean="0"/>
          </a:p>
        </p:txBody>
      </p:sp>
      <p:sp xmlns:r="http://schemas.openxmlformats.org/officeDocument/2006/relationships"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Source ID: 6a2fa7baa8f22643e0a4d05f</a:t>
            </a:r>
            <a:endParaRPr lang="en-US" smtClean="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summary available.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Concepts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key concepts extracted.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flashcards found.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Applications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applications/next steps available.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Revision Notes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important takeaways available.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Quiz Highlights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Review flashcards for important test topics.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End of presentation. Review summary and flashcards for mastery.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