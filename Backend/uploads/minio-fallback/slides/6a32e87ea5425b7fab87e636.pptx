
<file path=[Content_Types].xml><?xml version="1.0" encoding="utf-8"?>
<Types xmlns="http://schemas.openxmlformats.org/package/2006/content-types">
  <Default ContentType="image/jpeg" Extension="jpe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6"/>
    <p:sldId id="257" r:id="rId7"/>
    <p:sldId id="258" r:id="rId8"/>
    <p:sldId id="259" r:id="rId9"/>
    <p:sldId id="260" r:id="rId10"/>
    <p:sldId id="261" r:id="rId11"/>
    <p:sldId id="262" r:id="rId12"/>
    <p:sldId id="263" r:id="rId1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1.xml" Type="http://schemas.openxmlformats.org/officeDocument/2006/relationships/slideLayout"/></Relationships>
</file>

<file path=ppt/slides/_rels/slide2.xml.rels><?xml version="1.0" encoding="UTF-8" standalone="yes"?><Relationships xmlns="http://schemas.openxmlformats.org/package/2006/relationships"><Relationship Id="rId1" Target="../slideLayouts/slideLayout2.xml" Type="http://schemas.openxmlformats.org/officeDocument/2006/relationships/slideLayout"/></Relationships>
</file>

<file path=ppt/slides/_rels/slide3.xml.rels><?xml version="1.0" encoding="UTF-8" standalone="yes"?><Relationships xmlns="http://schemas.openxmlformats.org/package/2006/relationships"><Relationship Id="rId1" Target="../slideLayouts/slideLayout2.xml" Type="http://schemas.openxmlformats.org/officeDocument/2006/relationships/slideLayout"/></Relationships>
</file>

<file path=ppt/slides/_rels/slide4.xml.rels><?xml version="1.0" encoding="UTF-8" standalone="yes"?><Relationships xmlns="http://schemas.openxmlformats.org/package/2006/relationships"><Relationship Id="rId1" Target="../slideLayouts/slideLayout2.xml" Type="http://schemas.openxmlformats.org/officeDocument/2006/relationships/slideLayout"/></Relationships>
</file>

<file path=ppt/slides/_rels/slide5.xml.rels><?xml version="1.0" encoding="UTF-8" standalone="yes"?><Relationships xmlns="http://schemas.openxmlformats.org/package/2006/relationships"><Relationship Id="rId1" Target="../slideLayouts/slideLayout2.xml" Type="http://schemas.openxmlformats.org/officeDocument/2006/relationships/slideLayout"/></Relationships>
</file>

<file path=ppt/slides/_rels/slide6.xml.rels><?xml version="1.0" encoding="UTF-8" standalone="yes"?><Relationships xmlns="http://schemas.openxmlformats.org/package/2006/relationships"><Relationship Id="rId1" Target="../slideLayouts/slideLayout2.xml" Type="http://schemas.openxmlformats.org/officeDocument/2006/relationships/slideLayout"/></Relationships>
</file>

<file path=ppt/slides/_rels/slide7.xml.rels><?xml version="1.0" encoding="UTF-8" standalone="yes"?><Relationships xmlns="http://schemas.openxmlformats.org/package/2006/relationships"><Relationship Id="rId1" Target="../slideLayouts/slideLayout2.xml" Type="http://schemas.openxmlformats.org/officeDocument/2006/relationships/slideLayout"/></Relationships>
</file>

<file path=ppt/slides/_rels/slide8.xml.rels><?xml version="1.0" encoding="UTF-8" standalone="yes"?><Relationships xmlns="http://schemas.openxmlformats.org/package/2006/relationships"><Relationship Id="rId1" Target="../slideLayouts/slideLayout2.xml" Type="http://schemas.openxmlformats.org/officeDocument/2006/relationships/slideLayout"/></Relationships>
</file>

<file path=ppt/slides/slide1.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xmlns:r="http://schemas.openxmlformats.org/officeDocument/2006/relationships">
        <p:nvSpPr>
          <p:cNvPr id="2" name="Title 1"/>
          <p:cNvSpPr>
            <a:spLocks noGrp="1"/>
          </p:cNvSpPr>
          <p:nvPr>
            <p:ph type="ctrTitle"/>
          </p:nvPr>
        </p:nvSpPr>
        <p:spPr>
          <a:xfrm>
            <a:off x="685800" y="2130425"/>
            <a:ext cx="7772400" cy="1470025"/>
          </a:xfrm>
        </p:spPr>
        <p:txBody>
          <a:bodyPr/>
          <a:lstStyle/>
          <a:p>
            <a:r>
              <a:rPr lang="en-US"/>
              <a:t>Generated Presentation</a:t>
            </a:r>
            <a:endParaRPr lang="en-US" smtClean="0"/>
          </a:p>
        </p:txBody>
      </p:sp>
      <p:sp xmlns:r="http://schemas.openxmlformats.org/officeDocument/2006/relationships">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Source ID: 6a32e87ea5425b7fab87e636</a:t>
            </a:r>
            <a:endParaRPr lang="en-US" smtClean="0"/>
          </a:p>
        </p:txBody>
      </p:sp>
    </p:spTree>
  </p:cSld>
  <p:clrMapOvr>
    <a:masterClrMapping/>
  </p:clrMapOvr>
</p:sld>
</file>

<file path=ppt/slides/slide2.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xmlns:r="http://schemas.openxmlformats.org/officeDocument/2006/relationships">
        <p:nvSpPr>
          <p:cNvPr id="2" name="Title 1"/>
          <p:cNvSpPr>
            <a:spLocks noGrp="1"/>
          </p:cNvSpPr>
          <p:nvPr>
            <p:ph type="title"/>
          </p:nvPr>
        </p:nvSpPr>
        <p:spPr/>
        <p:txBody>
          <a:bodyPr/>
          <a:lstStyle/>
          <a:p>
            <a:r>
              <a:rPr lang="en-US"/>
              <a:t>Overview</a:t>
            </a:r>
            <a:endParaRPr lang="en-US" smtClean="0"/>
          </a:p>
        </p:txBody>
      </p:sp>
      <p:sp xmlns:r="http://schemas.openxmlformats.org/officeDocument/2006/relationships">
        <p:nvSpPr>
          <p:cNvPr id="3" name="Content Placeholder 2"/>
          <p:cNvSpPr>
            <a:spLocks noGrp="1"/>
          </p:cNvSpPr>
          <p:nvPr>
            <p:ph idx="1"/>
          </p:nvPr>
        </p:nvSpPr>
        <p:spPr/>
        <p:txBody>
          <a:bodyPr/>
          <a:lstStyle/>
          <a:p>
            <a:r>
              <a:rPr lang="en-US"/>
              <a:t>The text discusses a proposed taxonomy for classifying cyber events, aimed at facilitating meaningful conversations about cyber risks for organizations and critical infrastructure. The taxonomy is based on an analysis of over 2,431 publicized cyber events from 2014-2016 across various industrial sec...</a:t>
            </a:r>
          </a:p>
        </p:txBody>
      </p:sp>
    </p:spTree>
  </p:cSld>
  <p:clrMapOvr>
    <a:masterClrMapping/>
  </p:clrMapOvr>
</p:sld>
</file>

<file path=ppt/slides/slide3.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xmlns:r="http://schemas.openxmlformats.org/officeDocument/2006/relationships">
        <p:nvSpPr>
          <p:cNvPr id="2" name="Title 1"/>
          <p:cNvSpPr>
            <a:spLocks noGrp="1"/>
          </p:cNvSpPr>
          <p:nvPr>
            <p:ph type="title"/>
          </p:nvPr>
        </p:nvSpPr>
        <p:spPr/>
        <p:txBody>
          <a:bodyPr/>
          <a:lstStyle/>
          <a:p>
            <a:r>
              <a:rPr lang="en-US"/>
              <a:t>Key Concepts</a:t>
            </a:r>
            <a:endParaRPr lang="en-US" smtClean="0"/>
          </a:p>
        </p:txBody>
      </p:sp>
      <p:sp xmlns:r="http://schemas.openxmlformats.org/officeDocument/2006/relationships">
        <p:nvSpPr>
          <p:cNvPr id="3" name="Content Placeholder 2"/>
          <p:cNvSpPr>
            <a:spLocks noGrp="1"/>
          </p:cNvSpPr>
          <p:nvPr>
            <p:ph idx="1"/>
          </p:nvPr>
        </p:nvSpPr>
        <p:spPr/>
        <p:txBody>
          <a:bodyPr/>
          <a:lstStyle/>
          <a:p>
            <a:r>
              <a:rPr lang="en-US"/>
              <a:t>Proposed taxonomy for classifying cyber events</a:t>
            </a:r>
          </a:p>
          <a:p>
            <a:r>
              <a:rPr lang="en-US"/>
              <a:t>Analysis of 2,431 publicized cyber events from 2014-2016 across various sectors</a:t>
            </a:r>
          </a:p>
          <a:p>
            <a:r>
              <a:rPr lang="en-US"/>
              <a:t>Government and Professional Services face the largest number of attacks</a:t>
            </a:r>
          </a:p>
          <a:p>
            <a:r>
              <a:rPr lang="en-US"/>
              <a:t>Governments experience a mix of disruptive and exploitive events, whereas retail and hotel operators primarily face exploitive attacks</a:t>
            </a:r>
          </a:p>
        </p:txBody>
      </p:sp>
    </p:spTree>
  </p:cSld>
  <p:clrMapOvr>
    <a:masterClrMapping/>
  </p:clrMapOvr>
</p:sld>
</file>

<file path=ppt/slides/slide4.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xmlns:r="http://schemas.openxmlformats.org/officeDocument/2006/relationships">
        <p:nvSpPr>
          <p:cNvPr id="2" name="Title 1"/>
          <p:cNvSpPr>
            <a:spLocks noGrp="1"/>
          </p:cNvSpPr>
          <p:nvPr>
            <p:ph type="title"/>
          </p:nvPr>
        </p:nvSpPr>
        <p:spPr/>
        <p:txBody>
          <a:bodyPr/>
          <a:lstStyle/>
          <a:p>
            <a:r>
              <a:rPr lang="en-US"/>
              <a:t>Definitions</a:t>
            </a:r>
            <a:endParaRPr lang="en-US" smtClean="0"/>
          </a:p>
        </p:txBody>
      </p:sp>
      <p:sp xmlns:r="http://schemas.openxmlformats.org/officeDocument/2006/relationships">
        <p:nvSpPr>
          <p:cNvPr id="3" name="Content Placeholder 2"/>
          <p:cNvSpPr>
            <a:spLocks noGrp="1"/>
          </p:cNvSpPr>
          <p:nvPr>
            <p:ph idx="1"/>
          </p:nvPr>
        </p:nvSpPr>
        <p:spPr/>
        <p:txBody>
          <a:bodyPr/>
          <a:lstStyle/>
          <a:p>
            <a:r>
              <a:rPr lang="en-US"/>
              <a:t>No flashcards found.</a:t>
            </a:r>
          </a:p>
        </p:txBody>
      </p:sp>
    </p:spTree>
  </p:cSld>
  <p:clrMapOvr>
    <a:masterClrMapping/>
  </p:clrMapOvr>
</p:sld>
</file>

<file path=ppt/slides/slide5.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xmlns:r="http://schemas.openxmlformats.org/officeDocument/2006/relationships">
        <p:nvSpPr>
          <p:cNvPr id="2" name="Title 1"/>
          <p:cNvSpPr>
            <a:spLocks noGrp="1"/>
          </p:cNvSpPr>
          <p:nvPr>
            <p:ph type="title"/>
          </p:nvPr>
        </p:nvSpPr>
        <p:spPr/>
        <p:txBody>
          <a:bodyPr/>
          <a:lstStyle/>
          <a:p>
            <a:r>
              <a:rPr lang="en-US"/>
              <a:t>Applications</a:t>
            </a:r>
            <a:endParaRPr lang="en-US" smtClean="0"/>
          </a:p>
        </p:txBody>
      </p:sp>
      <p:sp xmlns:r="http://schemas.openxmlformats.org/officeDocument/2006/relationships">
        <p:nvSpPr>
          <p:cNvPr id="3" name="Content Placeholder 2"/>
          <p:cNvSpPr>
            <a:spLocks noGrp="1"/>
          </p:cNvSpPr>
          <p:nvPr>
            <p:ph idx="1"/>
          </p:nvPr>
        </p:nvSpPr>
        <p:spPr/>
        <p:txBody>
          <a:bodyPr/>
          <a:lstStyle/>
          <a:p>
            <a:r>
              <a:rPr lang="en-US"/>
              <a:t>Further study of the proposed taxonomy in other time periods or regions</a:t>
            </a:r>
          </a:p>
          <a:p>
            <a:r>
              <a:rPr lang="en-US"/>
              <a:t>Assessment of the effectiveness of tailored risk mitigation strategies</a:t>
            </a:r>
          </a:p>
        </p:txBody>
      </p:sp>
    </p:spTree>
  </p:cSld>
  <p:clrMapOvr>
    <a:masterClrMapping/>
  </p:clrMapOvr>
</p:sld>
</file>

<file path=ppt/slides/slide6.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xmlns:r="http://schemas.openxmlformats.org/officeDocument/2006/relationships">
        <p:nvSpPr>
          <p:cNvPr id="2" name="Title 1"/>
          <p:cNvSpPr>
            <a:spLocks noGrp="1"/>
          </p:cNvSpPr>
          <p:nvPr>
            <p:ph type="title"/>
          </p:nvPr>
        </p:nvSpPr>
        <p:spPr/>
        <p:txBody>
          <a:bodyPr/>
          <a:lstStyle/>
          <a:p>
            <a:r>
              <a:rPr lang="en-US"/>
              <a:t>Revision Notes</a:t>
            </a:r>
            <a:endParaRPr lang="en-US" smtClean="0"/>
          </a:p>
        </p:txBody>
      </p:sp>
      <p:sp xmlns:r="http://schemas.openxmlformats.org/officeDocument/2006/relationships">
        <p:nvSpPr>
          <p:cNvPr id="3" name="Content Placeholder 2"/>
          <p:cNvSpPr>
            <a:spLocks noGrp="1"/>
          </p:cNvSpPr>
          <p:nvPr>
            <p:ph idx="1"/>
          </p:nvPr>
        </p:nvSpPr>
        <p:spPr/>
        <p:txBody>
          <a:bodyPr/>
          <a:lstStyle/>
          <a:p>
            <a:r>
              <a:rPr lang="en-US"/>
              <a:t>The need for sector-specific risk assessments</a:t>
            </a:r>
          </a:p>
          <a:p>
            <a:r>
              <a:rPr lang="en-US"/>
              <a:t>Tailoring risk mitigation strategies to fit different threat environments</a:t>
            </a:r>
          </a:p>
        </p:txBody>
      </p:sp>
    </p:spTree>
  </p:cSld>
  <p:clrMapOvr>
    <a:masterClrMapping/>
  </p:clrMapOvr>
</p:sld>
</file>

<file path=ppt/slides/slide7.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xmlns:r="http://schemas.openxmlformats.org/officeDocument/2006/relationships">
        <p:nvSpPr>
          <p:cNvPr id="2" name="Title 1"/>
          <p:cNvSpPr>
            <a:spLocks noGrp="1"/>
          </p:cNvSpPr>
          <p:nvPr>
            <p:ph type="title"/>
          </p:nvPr>
        </p:nvSpPr>
        <p:spPr/>
        <p:txBody>
          <a:bodyPr/>
          <a:lstStyle/>
          <a:p>
            <a:r>
              <a:rPr lang="en-US"/>
              <a:t>Quiz Highlights</a:t>
            </a:r>
            <a:endParaRPr lang="en-US" smtClean="0"/>
          </a:p>
        </p:txBody>
      </p:sp>
      <p:sp xmlns:r="http://schemas.openxmlformats.org/officeDocument/2006/relationships">
        <p:nvSpPr>
          <p:cNvPr id="3" name="Content Placeholder 2"/>
          <p:cNvSpPr>
            <a:spLocks noGrp="1"/>
          </p:cNvSpPr>
          <p:nvPr>
            <p:ph idx="1"/>
          </p:nvPr>
        </p:nvSpPr>
        <p:spPr/>
        <p:txBody>
          <a:bodyPr/>
          <a:lstStyle/>
          <a:p>
            <a:r>
              <a:rPr lang="en-US"/>
              <a:t>Review flashcards for important test topics.</a:t>
            </a:r>
          </a:p>
        </p:txBody>
      </p:sp>
    </p:spTree>
  </p:cSld>
  <p:clrMapOvr>
    <a:masterClrMapping/>
  </p:clrMapOvr>
</p:sld>
</file>

<file path=ppt/slides/slide8.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xmlns:r="http://schemas.openxmlformats.org/officeDocument/2006/relationships">
        <p:nvSpPr>
          <p:cNvPr id="2" name="Title 1"/>
          <p:cNvSpPr>
            <a:spLocks noGrp="1"/>
          </p:cNvSpPr>
          <p:nvPr>
            <p:ph type="title"/>
          </p:nvPr>
        </p:nvSpPr>
        <p:spPr/>
        <p:txBody>
          <a:bodyPr/>
          <a:lstStyle/>
          <a:p>
            <a:r>
              <a:rPr lang="en-US"/>
              <a:t>Conclusion</a:t>
            </a:r>
            <a:endParaRPr lang="en-US" smtClean="0"/>
          </a:p>
        </p:txBody>
      </p:sp>
      <p:sp xmlns:r="http://schemas.openxmlformats.org/officeDocument/2006/relationships">
        <p:nvSpPr>
          <p:cNvPr id="3" name="Content Placeholder 2"/>
          <p:cNvSpPr>
            <a:spLocks noGrp="1"/>
          </p:cNvSpPr>
          <p:nvPr>
            <p:ph idx="1"/>
          </p:nvPr>
        </p:nvSpPr>
        <p:spPr/>
        <p:txBody>
          <a:bodyPr/>
          <a:lstStyle/>
          <a:p>
            <a:r>
              <a:rPr lang="en-US"/>
              <a:t>End of presentation. Review summary and flashcards for mastery.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terms:modified xsi:type="dcterms:W3CDTF">2011-08-01T06:04:30Z</dcterms:modified>
  <cp:revision>1</cp:revision>
</cp:coreProperties>
</file>