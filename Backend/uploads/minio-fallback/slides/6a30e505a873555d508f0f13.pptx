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6a30e505a873555d508f0f13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