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6a311c89f105ba3d2df61df6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the 'PROGRAMMING IN JAVA' course, focusing on its introduction, history, and fundamental concepts. Java is an object-oriented programming language developed by Sun Microsystems (now a subsidiary of Oracle) in 1995 by James Gosling. Initially named Oak, it was later rename...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is an object-oriented programming language</a:t>
            </a:r>
          </a:p>
          <a:p>
            <a:r>
              <a:rPr lang="en-US"/>
              <a:t>Java was developed by Sun Microsystems in 1995</a:t>
            </a:r>
          </a:p>
          <a:p>
            <a:r>
              <a:rPr lang="en-US"/>
              <a:t>The simple Java program example provided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fundamentals of Object-Oriented Programming in Java</a:t>
            </a:r>
          </a:p>
          <a:p>
            <a:r>
              <a:rPr lang="en-US"/>
              <a:t>Explore more about the Java Development Kit (JDK)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Java's platform-independent nature</a:t>
            </a:r>
          </a:p>
          <a:p>
            <a:r>
              <a:rPr lang="en-US"/>
              <a:t>Benefits of using Java over C and C++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