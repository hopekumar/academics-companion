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6a32c481a5425b7fab87e574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programming language Java, its history, features, and applications. Developed by Sun Microsystems (now Oracle) in 1995, Java is an object-oriented, platform-independent programming language that has become a cornerstone for web applications, enterprise software, and A...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an object-oriented, platform-independent programming language</a:t>
            </a:r>
          </a:p>
          <a:p>
            <a:r>
              <a:rPr lang="en-US"/>
              <a:t>Java was developed by Sun Microsystems (now Oracle) in 1995</a:t>
            </a:r>
          </a:p>
          <a:p>
            <a:r>
              <a:rPr lang="en-US"/>
              <a:t>Java has been a cornerstone for various applications such as web, enterprise, Android, etc.</a:t>
            </a:r>
          </a:p>
          <a:p>
            <a:r>
              <a:rPr lang="en-US"/>
              <a:t>Key milestones of Java's evolution are highlighted</a:t>
            </a:r>
          </a:p>
          <a:p>
            <a:r>
              <a:rPr lang="en-US"/>
              <a:t>Advantages of Java include robustness, security, scalability, and large community support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What is Java? | A: Java is an object-oriented, class-based, concurrent, secured and general-purpose computer-programming language.</a:t>
            </a:r>
          </a:p>
          <a:p>
            <a:r>
              <a:rPr lang="en-US"/>
              <a:t>Q: Who developed Java? | A: Java was developed by Sun Microsystems (now the subsidiary of Oracle).</a:t>
            </a:r>
          </a:p>
          <a:p>
            <a:r>
              <a:rPr lang="en-US"/>
              <a:t>Q: Who is known as the father of Java? | A: James Gosling is known as the father of Java.</a:t>
            </a:r>
          </a:p>
          <a:p>
            <a:r>
              <a:rPr lang="en-US"/>
              <a:t>Q: What was the initial name of Java? | A: The initial name of Java was Oak.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 concepts of object-oriented programming in Java (objects, classes, inheritance, polymorphism, abstraction, and encapsulation)</a:t>
            </a:r>
          </a:p>
          <a:p>
            <a:r>
              <a:rPr lang="en-US"/>
              <a:t>Explore Java's applications in web, enterprise, Android, and other sectors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Java's platform-independent nature allows 'Write Once, Run Anywhere'</a:t>
            </a:r>
          </a:p>
          <a:p>
            <a:r>
              <a:rPr lang="en-US"/>
              <a:t>Java has a wide range of applications across various sectors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