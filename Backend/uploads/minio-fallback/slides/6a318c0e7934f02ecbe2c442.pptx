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ctrTitle"/>
          </p:nvPr>
        </p:nvSpPr>
        <p:spPr>
          <a:xfrm>
            <a:off x="685800" y="2130425"/>
            <a:ext cx="7772400" cy="1470025"/>
          </a:xfrm>
        </p:spPr>
        <p:txBody>
          <a:bodyPr/>
          <a:lstStyle/>
          <a:p>
            <a:r>
              <a:rPr lang="en-US"/>
              <a:t>Generated Presentation</a:t>
            </a:r>
            <a:endParaRPr lang="en-US" smtClean="0"/>
          </a:p>
        </p:txBody>
      </p:sp>
      <p:sp xmlns:r="http://schemas.openxmlformats.org/officeDocument/2006/relationships">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Source ID: 6a318c0e7934f02ecbe2c442</a:t>
            </a:r>
            <a:endParaRPr lang="en-US" smtClean="0"/>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Overview</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The provided text discusses the introduction to Java programming language, its history, and applications. Java was developed by Sun Microsystems (now Oracle) in 1995, with James Gosling being known as its father. The text covers the key milestones of Java's evolution, such as the introduction of gen...</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Key Concepts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Introduction to Java</a:t>
            </a:r>
          </a:p>
          <a:p>
            <a:r>
              <a:rPr lang="en-US"/>
              <a:t>History of Java</a:t>
            </a:r>
          </a:p>
          <a:p>
            <a:r>
              <a:rPr lang="en-US"/>
              <a:t>Key Milestones in Java's evolution</a:t>
            </a:r>
          </a:p>
          <a:p>
            <a:r>
              <a:rPr lang="en-US"/>
              <a:t>Applications of Java</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Definitions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No flashcards found.</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Applications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Study the fundamentals of Object-Oriented Programming in Java</a:t>
            </a:r>
          </a:p>
          <a:p>
            <a:r>
              <a:rPr lang="en-US"/>
              <a:t>Explore Java's syntax and write simple programs to understand its structure</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Revision Notes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Java is a versatile language with wide industry applications</a:t>
            </a:r>
          </a:p>
          <a:p>
            <a:r>
              <a:rPr lang="en-US"/>
              <a:t>Java endures due to its platform independence, robustness, security, and large community support</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Quiz Highlights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Review flashcards for important test topics.</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Conclusion</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End of presentation. Review summary and flashcards for mastery.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