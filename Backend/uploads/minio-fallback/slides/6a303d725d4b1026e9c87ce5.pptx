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6a303d725d4b1026e9c87ce5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document provides an outline for a presentation titled 'Generated Presentation - 6a2422902b1836489b02b4aa'. Unfortunately, the text does not contain detailed content for a summary. It only mentions the title of the presentation and states that no summary is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document provides an outline for a presentation titled 'Generated Presentation - 6a2422902b1836489b02b4aa'.</a:t>
            </a:r>
          </a:p>
          <a:p>
            <a:r>
              <a:rPr lang="en-US"/>
              <a:t>Unfortunately, the text does not contain detailed content for a summary.</a:t>
            </a:r>
          </a:p>
          <a:p>
            <a:r>
              <a:rPr lang="en-US"/>
              <a:t>It only mentions the title of the presentation and states that no summary is available.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Investigate the actual content of the presentation 'Generated Presentation - 6a2422902b1836489b02b4aa' to gather key points and important takeaways.</a:t>
            </a:r>
          </a:p>
          <a:p>
            <a:r>
              <a:rPr lang="en-US"/>
              <a:t>Explore other resources or documents that may provide more information about the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the full summary above for key takeaways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