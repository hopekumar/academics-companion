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Generated Presentation</a:t>
            </a:r>
            <a:endParaRPr lang="en-US" smtClean="0"/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Source ID: 6a28f5c246756b4793f1d443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text discusses a proposed taxonomy for classifying cyber events, aiming to facilitate more meaningful conversations about the risk of cyber-attacks for organizations and critical infrastructure. The taxonomy was analyzed over 2,431 publicized cyber events from 2014-2016 by various industrial sec...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Concepts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proposed taxonomy for classifying cyber events is presented</a:t>
            </a:r>
          </a:p>
          <a:p>
            <a:r>
              <a:rPr lang="en-US"/>
              <a:t>The study analyzed over 2,431 publicized cyber events from 2014-2016 by various industrial sectors</a:t>
            </a:r>
          </a:p>
          <a:p>
            <a:r>
              <a:rPr lang="en-US"/>
              <a:t>Differences in the scale, event type distribution, and methods of data theft or operational disruption were found across different sectors</a:t>
            </a:r>
          </a:p>
          <a:p>
            <a:r>
              <a:rPr lang="en-US"/>
              <a:t>The study aimed to enable more nuanced conversations about the risk of cyber-attacks for organizations and critical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Q: What is the role of an educator? | A: An educator facilitates learning and teaches students new knowledge, skills, values, and behaviors.</a:t>
            </a:r>
          </a:p>
          <a:p>
            <a:r>
              <a:rPr lang="en-US"/>
              <a:t>Q: What are key concepts in education? | A: Key concepts in education include teaching methods, student-centered learning, personalized learning, assessment, and curriculum design.</a:t>
            </a:r>
          </a:p>
          <a:p>
            <a:r>
              <a:rPr lang="en-US"/>
              <a:t>Q: What are teaching methods? | A: Teaching methods refer to the various strategies used by educators to present content and engage students. Examples include direct instruction, inquiry-based learning, and cooperative learning.</a:t>
            </a:r>
          </a:p>
          <a:p>
            <a:r>
              <a:rPr lang="en-US"/>
              <a:t>Q: What is student-centered learning? | A: Student-centered learning focuses on the individual needs, interests, and abilities of each student, empowering them to take an active role in their own learning process.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Study the full research paper for detailed insights on the taxonomy and its applications</a:t>
            </a:r>
          </a:p>
          <a:p>
            <a:r>
              <a:rPr lang="en-US"/>
              <a:t>Consider how this taxonomy could be applied in your organization to better understand and mitigate cyber risks</a:t>
            </a:r>
          </a:p>
          <a:p>
            <a:r>
              <a:rPr lang="en-US"/>
              <a:t>Explore other resources that provide classifications or frameworks for understanding and addressing cyber threats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Revision Notes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Different industrial sectors face varying scales and types of cyber threats</a:t>
            </a:r>
          </a:p>
          <a:p>
            <a:r>
              <a:rPr lang="en-US"/>
              <a:t>A standardized taxonomy can help in understanding and discussing cyber risks effectively</a:t>
            </a:r>
          </a:p>
          <a:p>
            <a:r>
              <a:rPr lang="en-US"/>
              <a:t>The analysis of cyber events can provide valuable insights for organizational leaders and policy makers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Quiz Highlights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Review flashcards for important test topics.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End of presentation. Review summary and flashcards for mastery.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