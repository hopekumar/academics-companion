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6a2fd513c2ab4f5769bee5fc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Q: Why is this flashcard showing? | A: The AI service is temporarily offline. This is a fallback flashcard.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