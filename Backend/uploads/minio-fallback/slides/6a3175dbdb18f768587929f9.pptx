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6a3175dbdb18f768587929f9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the course 'Programming in Java' (24CSC2T431). The course covers an introduction to Java, its history, and its applications. Java is an object-oriented programming language developed by Sun Microsystems (now Oracle) in 1995, with James Gosling as the father of Java. The t...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Introduction to Java</a:t>
            </a:r>
          </a:p>
          <a:p>
            <a:r>
              <a:rPr lang="en-US"/>
              <a:t>History of Java</a:t>
            </a:r>
          </a:p>
          <a:p>
            <a:r>
              <a:rPr lang="en-US"/>
              <a:t>Key Milestones in Java's development</a:t>
            </a:r>
          </a:p>
          <a:p>
            <a:r>
              <a:rPr lang="en-US"/>
              <a:t>Benefits of using Java</a:t>
            </a:r>
          </a:p>
          <a:p>
            <a:r>
              <a:rPr lang="en-US"/>
              <a:t>Applications of Java</a:t>
            </a:r>
          </a:p>
          <a:p>
            <a:r>
              <a:rPr lang="en-US"/>
              <a:t>Object-Oriented Programming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fundamentals of Object-Oriented Programming in Java</a:t>
            </a:r>
          </a:p>
          <a:p>
            <a:r>
              <a:rPr lang="en-US"/>
              <a:t>Explore Java's syntax and write simple programs</a:t>
            </a:r>
          </a:p>
          <a:p>
            <a:r>
              <a:rPr lang="en-US"/>
              <a:t>Research popular Java libraries and APIs for various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 is a widely used, robust programming language developed by Sun Microsystems (now Oracle)</a:t>
            </a:r>
          </a:p>
          <a:p>
            <a:r>
              <a:rPr lang="en-US"/>
              <a:t>Java's platform-independent nature allows it to run on any hardware or software environment</a:t>
            </a:r>
          </a:p>
          <a:p>
            <a:r>
              <a:rPr lang="en-US"/>
              <a:t>Java has undergone significant improvements over the years, with key milestones in 1997, 1998, 2004, and 2014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