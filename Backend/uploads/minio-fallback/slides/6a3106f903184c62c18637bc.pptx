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6a3106f903184c62c18637bc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