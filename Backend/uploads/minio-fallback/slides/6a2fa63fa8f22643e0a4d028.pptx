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6a2fa63fa8f22643e0a4d028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Q: What is the course code for Programming in Java? | A: 24CSC2T431</a:t>
            </a:r>
          </a:p>
          <a:p>
            <a:r>
              <a:rPr lang="en-US"/>
              <a:t>Q: What is Java Runtime Environment (JRE)? | A: It is part of the Java Development Kit (JDK) that includes Java Class Library, specific tools, and a stand-alone JVM.</a:t>
            </a:r>
          </a:p>
          <a:p>
            <a:r>
              <a:rPr lang="en-US"/>
              <a:t>Q: Where is JRE most commonly found? | A: On devices to run java programs.</a:t>
            </a:r>
          </a:p>
          <a:p>
            <a:r>
              <a:rPr lang="en-US"/>
              <a:t>Q: What happens to the source Java code? | A: It gets compiled and converted to Java bytecode.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