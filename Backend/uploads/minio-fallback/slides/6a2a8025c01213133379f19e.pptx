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ctrTitle"/>
          </p:nvPr>
        </p:nvSpPr>
        <p:spPr>
          <a:xfrm>
            <a:off x="685800" y="2130425"/>
            <a:ext cx="7772400" cy="1470025"/>
          </a:xfrm>
        </p:spPr>
        <p:txBody>
          <a:bodyPr/>
          <a:lstStyle/>
          <a:p>
            <a:r>
              <a:rPr lang="en-US"/>
              <a:t>Generated Presentation</a:t>
            </a:r>
            <a:endParaRPr lang="en-US" smtClean="0"/>
          </a:p>
        </p:txBody>
      </p:sp>
      <p:sp xmlns:r="http://schemas.openxmlformats.org/officeDocument/2006/relationships">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Source ID: 6a2a8025c01213133379f19e</a:t>
            </a:r>
            <a:endParaRPr lang="en-US" smtClean="0"/>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Overview</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The text discusses the importance of modulation in communication systems, comparing it to amplifying a guitar note to allow transmission over long distances without getting lost in noise. The context is set within an educational episode titled 'Bits and Waves' that explores the topic of Analog Modul...</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Key Concepts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Modulation is used to amplify and transmit 'guitar notes' (baseband signals) over long distances</a:t>
            </a:r>
          </a:p>
          <a:p>
            <a:r>
              <a:rPr lang="en-US"/>
              <a:t>Modulation allows for transmission without getting lost in noise</a:t>
            </a:r>
          </a:p>
          <a:p>
            <a:r>
              <a:rPr lang="en-US"/>
              <a:t>Analog Modulation Techniques are crucial in modern wireless communication</a:t>
            </a:r>
          </a:p>
          <a:p>
            <a:r>
              <a:rPr lang="en-US"/>
              <a:t>The text is part of an educational episode titled 'Bits and Waves'</a:t>
            </a:r>
          </a:p>
          <a:p>
            <a:r>
              <a:rPr lang="en-US"/>
              <a:t>Baseband signals are the raw data to be transmitted</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Definitions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Q: What is the process of teaching new knowledge or skills to someone? | A: This process is called Education.</a:t>
            </a:r>
          </a:p>
          <a:p>
            <a:r>
              <a:rPr lang="en-US"/>
              <a:t>Q: What are the primary goals of education? | A: The primary goals of education include developing cognitive abilities, acquiring knowledge, promoting personal growth and socialization, and preparing individuals for employment.</a:t>
            </a:r>
          </a:p>
          <a:p>
            <a:r>
              <a:rPr lang="en-US"/>
              <a:t>Q: What is Curriculum in the context of education? | A: Curriculum refers to the courses and subjects taught at a school or university.</a:t>
            </a:r>
          </a:p>
          <a:p>
            <a:r>
              <a:rPr lang="en-US"/>
              <a:t>Q: What is Pedagogy in education? | A: Pedagogy is the method and practice of teaching.</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Applications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Further explore different types of Analog Modulation Techniques</a:t>
            </a:r>
          </a:p>
          <a:p>
            <a:r>
              <a:rPr lang="en-US"/>
              <a:t>Research real-world applications and examples of these techniques in wireless communication</a:t>
            </a:r>
          </a:p>
          <a:p>
            <a:r>
              <a:rPr lang="en-US"/>
              <a:t>Examine the impact of modulation on the quality and efficiency of modern communication systems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Revision Notes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Modulation plays a vital role in enabling long-distance communication</a:t>
            </a:r>
          </a:p>
          <a:p>
            <a:r>
              <a:rPr lang="en-US"/>
              <a:t>Analog Modulation Techniques are fundamental to modern wireless communication systems</a:t>
            </a:r>
          </a:p>
          <a:p>
            <a:r>
              <a:rPr lang="en-US"/>
              <a:t>The educational episode provides insights into various aspects of communication systems</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Quiz Highlights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Review flashcards for important test topics.</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Conclusion</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End of presentation. Review summary and flashcards for mastery.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