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6a3107d303184c62c18637e8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