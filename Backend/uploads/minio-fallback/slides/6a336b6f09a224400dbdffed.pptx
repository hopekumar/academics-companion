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ctrTitle"/>
          </p:nvPr>
        </p:nvSpPr>
        <p:spPr>
          <a:xfrm>
            <a:off x="685800" y="2130425"/>
            <a:ext cx="7772400" cy="1470025"/>
          </a:xfrm>
        </p:spPr>
        <p:txBody>
          <a:bodyPr/>
          <a:lstStyle/>
          <a:p>
            <a:r>
              <a:rPr lang="en-US"/>
              <a:t>Generated Presentation</a:t>
            </a:r>
            <a:endParaRPr lang="en-US" smtClean="0"/>
          </a:p>
        </p:txBody>
      </p:sp>
      <p:sp xmlns:r="http://schemas.openxmlformats.org/officeDocument/2006/relationships">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Source ID: 6a336b6f09a224400dbdffed</a:t>
            </a:r>
            <a:endParaRPr lang="en-US" smtClean="0"/>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Overview</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The text discusses a proposed taxonomy for classifying cyber events, aimed at facilitating meaningful conversations about cyber risks among technical staff, organizational leaders, and policy makers. The taxonomy was applied to analyze over 2,431 publicized cyber events from 2014-2016 across various...</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Key Concepts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A new taxonomy for classifying cyber incidents is proposed</a:t>
            </a:r>
          </a:p>
          <a:p>
            <a:r>
              <a:rPr lang="en-US"/>
              <a:t>The taxonomy was applied to analyze 2,431 publicized cyber events from 2014-2016</a:t>
            </a:r>
          </a:p>
          <a:p>
            <a:r>
              <a:rPr lang="en-US"/>
              <a:t>Industrial sectors vary in the scale, method of attack, and distribution of effect</a:t>
            </a:r>
          </a:p>
          <a:p>
            <a:r>
              <a:rPr lang="en-US"/>
              <a:t>Government and Professional Services face the largest number of attacks</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Definitions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No flashcards found.</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Applications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Further study on the proposed taxonomy's effectiveness in different industrial sectors</a:t>
            </a:r>
          </a:p>
          <a:p>
            <a:r>
              <a:rPr lang="en-US"/>
              <a:t>Evaluation of the impact of tailored risk mitigation strategies on cyber security</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Revision Notes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The need for deeper analysis by sector to assess specific organizational and critical infrastructure risks</a:t>
            </a:r>
          </a:p>
          <a:p>
            <a:r>
              <a:rPr lang="en-US"/>
              <a:t>The importance of tailoring risk mitigation strategies to fit different threat environments in various industries</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Quiz Highlights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Review flashcards for important test topics.</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Conclusion</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End of presentation. Review summary and flashcards for mastery.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