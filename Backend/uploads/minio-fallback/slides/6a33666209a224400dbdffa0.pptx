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6a33666209a224400dbdffa0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provided text discusses the programming language Java, its history, and applications. Developed by Sun Microsystems (now Oracle) in 1995, Java is an object-oriented, platform-independent language with a wide range of uses including desktop, web, enterprise, mobile, embedded systems, smart cards,...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Java is an object-oriented language developed by Sun Microsystems</a:t>
            </a:r>
          </a:p>
          <a:p>
            <a:r>
              <a:rPr lang="en-US"/>
              <a:t>Java's platform-independent nature allows it to run on various devices</a:t>
            </a:r>
          </a:p>
          <a:p>
            <a:r>
              <a:rPr lang="en-US"/>
              <a:t>Key milestones in Java's development include the introduction of significant improvements and functional programming features</a:t>
            </a:r>
          </a:p>
          <a:p>
            <a:r>
              <a:rPr lang="en-US"/>
              <a:t>Java has a wide range of applications including desktop, web, enterprise, mobile, embedded systems, smart cards, robotics, and games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Study the fundamentals of Object-Oriented Programming in Java</a:t>
            </a:r>
          </a:p>
          <a:p>
            <a:r>
              <a:rPr lang="en-US"/>
              <a:t>Explore Java's syntax and write simple programs to understand its structure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Java's platform independence via JVM contributes to its endurance</a:t>
            </a:r>
          </a:p>
          <a:p>
            <a:r>
              <a:rPr lang="en-US"/>
              <a:t>Java is robust, secure, scalable, and supported by a large community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