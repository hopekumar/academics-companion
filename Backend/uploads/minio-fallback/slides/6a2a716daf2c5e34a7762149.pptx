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Generated Presentation</a:t>
            </a:r>
            <a:endParaRPr lang="en-US" smtClean="0"/>
          </a:p>
        </p:txBody>
      </p:sp>
      <p:sp xmlns:r="http://schemas.openxmlformats.org/officeDocument/2006/relationships"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Source ID: 6a2a716daf2c5e34a7762149</a:t>
            </a:r>
            <a:endParaRPr lang="en-US" smtClean="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Overview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The text discusses an internship project for an AI-powered academic platform called CampusLM. The platform converts study materials into summaries, flashcards, quizzes, mind maps, discussions, and audio content. During a 15-day period, the intern completed several tasks such as frontend setup, UI va...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Key Concepts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Frontend Setup</a:t>
            </a:r>
          </a:p>
          <a:p>
            <a:r>
              <a:rPr lang="en-US"/>
              <a:t>UI Validation</a:t>
            </a:r>
          </a:p>
          <a:p>
            <a:r>
              <a:rPr lang="en-US"/>
              <a:t>API Analysis</a:t>
            </a:r>
          </a:p>
          <a:p>
            <a:r>
              <a:rPr lang="en-US"/>
              <a:t>Feature Testing</a:t>
            </a:r>
          </a:p>
          <a:p>
            <a:r>
              <a:rPr lang="en-US"/>
              <a:t>Documentation</a:t>
            </a:r>
          </a:p>
          <a:p>
            <a:r>
              <a:rPr lang="en-US"/>
              <a:t>Integration Gaps and System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Definitions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Q: Who wrote '1984'? | A: George Orwell</a:t>
            </a:r>
          </a:p>
          <a:p>
            <a:r>
              <a:rPr lang="en-US"/>
              <a:t>Q: What is the central theme in '1984'? | A: Totalitarianism and individualism</a:t>
            </a:r>
          </a:p>
          <a:p>
            <a:r>
              <a:rPr lang="en-US"/>
              <a:t>Q: Who is Winston Smith in '1984'? | A: The protagonist, a discontented citizen in a dystopian society</a:t>
            </a:r>
          </a:p>
          <a:p>
            <a:r>
              <a:rPr lang="en-US"/>
              <a:t>Q: What does the Ministry of Truth do in '1984'? | A: Manipulates and alters historical records to fit the party's narrative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Applications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Further exploration of CampusLM's features and capabilities</a:t>
            </a:r>
          </a:p>
          <a:p>
            <a:r>
              <a:rPr lang="en-US"/>
              <a:t>Researching more about the AI engine used in CampusLM</a:t>
            </a:r>
          </a:p>
          <a:p>
            <a:r>
              <a:rPr lang="en-US"/>
              <a:t>Studying software development internship experiences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Revision Notes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Successful development, testing, and integration of CampusLM</a:t>
            </a:r>
          </a:p>
          <a:p>
            <a:r>
              <a:rPr lang="en-US"/>
              <a:t>The importance of fixing bugs in software engineering</a:t>
            </a:r>
          </a:p>
          <a:p>
            <a:r>
              <a:rPr lang="en-US"/>
              <a:t>Intern's role as a Software Developer Intern for CampusLM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Quiz Highlights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Review flashcards for important test topics.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Conclusion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End of presentation. Review summary and flashcards for mastery.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