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6a2ab17b3f69ba5f07a81ad1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System is operating in degraded fallback mode. The AI summarizer is temporarily offline.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Generation failed - please retry later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Retry summary generation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System offline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