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ctrTitle"/>
          </p:nvPr>
        </p:nvSpPr>
        <p:spPr>
          <a:xfrm>
            <a:off x="685800" y="2130425"/>
            <a:ext cx="7772400" cy="1470025"/>
          </a:xfrm>
        </p:spPr>
        <p:txBody>
          <a:bodyPr/>
          <a:lstStyle/>
          <a:p>
            <a:r>
              <a:rPr lang="en-US"/>
              <a:t>Generated Presentation</a:t>
            </a:r>
            <a:endParaRPr lang="en-US" smtClean="0"/>
          </a:p>
        </p:txBody>
      </p:sp>
      <p:sp xmlns:r="http://schemas.openxmlformats.org/officeDocument/2006/relationships">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Source ID: 6a29adf8299b3f367c60a524</a:t>
            </a:r>
            <a:endParaRPr lang="en-US" smtClean="0"/>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Overview</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The provided text discusses computational mathematics, a field that intersects mathematical sciences, computer science, and algorithms. This field focuses on improving computer computation in areas of science and engineering using mathematics. It includes various subfields such as computational numb...</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Key Concepts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Computational mathematics focuses on improving computer computation in areas of science and engineering</a:t>
            </a:r>
          </a:p>
          <a:p>
            <a:r>
              <a:rPr lang="en-US"/>
              <a:t>It involves various subfields such as computational number theory, computational geometry, and computational linguistics</a:t>
            </a:r>
          </a:p>
          <a:p>
            <a:r>
              <a:rPr lang="en-US"/>
              <a:t>The field also includes the use of computers for mathematics itself</a:t>
            </a:r>
          </a:p>
          <a:p>
            <a:r>
              <a:rPr lang="en-US"/>
              <a:t>Mathematical experimentation, proof of theorems, and design and use of proof assistants are part of computational mathematics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Definitions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Q: What is Computational Mathematics? | A: A field of study that focuses on the interaction of mathematical sciences, computer science, and algorithms.</a:t>
            </a:r>
          </a:p>
          <a:p>
            <a:r>
              <a:rPr lang="en-US"/>
              <a:t>Q: Where can computational mathematics be used? | A: In areas of science and engineering where mathematics are useful, such as in algorithm design, numerical methods, and computer algebra.</a:t>
            </a:r>
          </a:p>
          <a:p>
            <a:r>
              <a:rPr lang="en-US"/>
              <a:t>Q: What is the diagonal of a square with a side length of 30? | A: 42.4263888 (as given in the example in the text)</a:t>
            </a:r>
          </a:p>
          <a:p>
            <a:r>
              <a:rPr lang="en-US"/>
              <a:t>Q: When did computational mathematics emerge as a distinct part of applied mathematics? | A: By the early 1950s</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Applications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Explore the subfields of computational mathematics mentioned in the text for further understanding</a:t>
            </a:r>
          </a:p>
          <a:p>
            <a:r>
              <a:rPr lang="en-US"/>
              <a:t>Investigate mathematical experimentation, proof of theorems, and design and use of proof assistants as methods in computational mathematics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Revision Notes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Computational mathematics is a critical intersection of mathematical sciences, computer science, and algorithms</a:t>
            </a:r>
          </a:p>
          <a:p>
            <a:r>
              <a:rPr lang="en-US"/>
              <a:t>It plays a significant role in various areas of science and engineering</a:t>
            </a:r>
          </a:p>
          <a:p>
            <a:r>
              <a:rPr lang="en-US"/>
              <a:t>The field also has applications in other disciplines such as economics, linguistics, and geometry</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Quiz Highlights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Review flashcards for important test topics.</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Conclusion</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End of presentation. Review summary and flashcards for mastery.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