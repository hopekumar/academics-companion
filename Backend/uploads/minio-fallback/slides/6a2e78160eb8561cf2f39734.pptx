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6a2e78160eb8561cf2f39734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