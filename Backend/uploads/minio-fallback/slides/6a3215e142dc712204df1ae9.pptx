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6a3215e142dc712204df1ae9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the 'PROGRAMMING IN JAVA' course, focusing on its introduction, history, and key features. Java is an object-oriented programming language developed by Sun Microsystems (now Oracle) in 1995, with James Gosling as its creator. The text highlights Java's platform-independen...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Introduction to Java</a:t>
            </a:r>
          </a:p>
          <a:p>
            <a:r>
              <a:rPr lang="en-US"/>
              <a:t>History of Java</a:t>
            </a:r>
          </a:p>
          <a:p>
            <a:r>
              <a:rPr lang="en-US"/>
              <a:t>Key features of Java</a:t>
            </a:r>
          </a:p>
          <a:p>
            <a:r>
              <a:rPr lang="en-US"/>
              <a:t>Applications of Java</a:t>
            </a:r>
          </a:p>
          <a:p>
            <a:r>
              <a:rPr lang="en-US"/>
              <a:t>Object-Oriented Programming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fundamentals of Object-Oriented Programming in Java</a:t>
            </a:r>
          </a:p>
          <a:p>
            <a:r>
              <a:rPr lang="en-US"/>
              <a:t>Explore various applications of Java across different domains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Java's platform-independent nature</a:t>
            </a:r>
          </a:p>
          <a:p>
            <a:r>
              <a:rPr lang="en-US"/>
              <a:t>Wide industry impact and applications</a:t>
            </a:r>
          </a:p>
          <a:p>
            <a:r>
              <a:rPr lang="en-US"/>
              <a:t>Significant improvements and milestones in Java's evolution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