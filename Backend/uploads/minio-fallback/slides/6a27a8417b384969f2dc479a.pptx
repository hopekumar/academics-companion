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6a27a8417b384969f2dc479a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provided text discusses various aspects of computer systems and programming, focusing on the lifetime of a simple 'hello, world' program (Reference [1]), the importance of x86-64 and IA32 machine languages (Reference [2]), asides in the book providing additional insight (Reference [3]), testing 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lifetime of the 'hello, world' program is introduced along with key concepts and components.</a:t>
            </a:r>
          </a:p>
          <a:p>
            <a:r>
              <a:rPr lang="en-US"/>
              <a:t>x86-64 is important and knowledge of it aids in learning IA32 machine language.</a:t>
            </a:r>
          </a:p>
          <a:p>
            <a:r>
              <a:rPr lang="en-US"/>
              <a:t>Asides provide additional insight into various topics throughout the text.</a:t>
            </a:r>
          </a:p>
          <a:p>
            <a:r>
              <a:rPr lang="en-US"/>
              <a:t>Testing methods are systematically generated to create conditions likely to cause pipeline errors.</a:t>
            </a:r>
          </a:p>
          <a:p>
            <a:r>
              <a:rPr lang="en-US"/>
              <a:t>Web asides contain supplementary material for different chapters.</a:t>
            </a:r>
          </a:p>
          <a:p>
            <a:r>
              <a:rPr lang="en-US"/>
              <a:t>Multi-core processors have multiple CPU cores, each with its own caches and sharing higher levels of cache and main memory.</a:t>
            </a:r>
          </a:p>
          <a:p>
            <a:r>
              <a:rPr lang="en-US"/>
              <a:t>Disk access time is significantly greater than SRAM and DRAM access times.</a:t>
            </a:r>
          </a:p>
          <a:p>
            <a:r>
              <a:rPr lang="en-US"/>
              <a:t>Changes from the second edition include a shift to an exclusive focus on x86-64 and some material in Chapter 2 made more accessible.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flashcards found.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'hello, world' program in detail to understand its lifetime and associated concepts.</a:t>
            </a:r>
          </a:p>
          <a:p>
            <a:r>
              <a:rPr lang="en-US"/>
              <a:t>Learn more about x86-64 machine language to aid understanding of IA32.</a:t>
            </a:r>
          </a:p>
          <a:p>
            <a:r>
              <a:rPr lang="en-US"/>
              <a:t>Explore the web asides for supplementary material on different chapters.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Understanding x86-64 machine language is crucial for learning IA32.</a:t>
            </a:r>
          </a:p>
          <a:p>
            <a:r>
              <a:rPr lang="en-US"/>
              <a:t>Asides provide valuable additional information throughout the text.</a:t>
            </a:r>
          </a:p>
          <a:p>
            <a:r>
              <a:rPr lang="en-US"/>
              <a:t>Testing methods should be systematic to create conditions likely to cause pipeline errors.</a:t>
            </a:r>
          </a:p>
          <a:p>
            <a:r>
              <a:rPr lang="en-US"/>
              <a:t>Multi-core processors have complex organizational structures.</a:t>
            </a:r>
          </a:p>
          <a:p>
            <a:r>
              <a:rPr lang="en-US"/>
              <a:t>Disk access times are significantly slower than SRAM and DRAM.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