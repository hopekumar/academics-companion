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6a32b82b80e06b447dbd10f6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programming language Java, its history, and applications. Developed by Sun Microsystems (now Oracle) in 1995, Java is an object-oriented, platform-independent language with a wide range of uses including web applications, enterprise software, Android development, and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an object-oriented programming language developed by Sun Microsystems in 1995</a:t>
            </a:r>
          </a:p>
          <a:p>
            <a:r>
              <a:rPr lang="en-US"/>
              <a:t>Java's platform-independent nature allows it to run on various hardware and software environments</a:t>
            </a:r>
          </a:p>
          <a:p>
            <a:r>
              <a:rPr lang="en-US"/>
              <a:t>Key concepts of Object-Oriented Programming in Java include inheritance, polymorphism, abstraction, and encapsulation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Java's syntax and write simple Java programs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 is widely used in web applications, enterprise software, Android development, and more</a:t>
            </a:r>
          </a:p>
          <a:p>
            <a:r>
              <a:rPr lang="en-US"/>
              <a:t>Java's endurance is due to its platform independence, robustness, security, scalability, large community support, and extensive libraries/APIs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