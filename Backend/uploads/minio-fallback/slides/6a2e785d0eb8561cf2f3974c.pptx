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6a2e785d0eb8561cf2f3974c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provided text discusses a hypothetical adaptive learning platform content from a reference document [1]. The text introduces the concept of an unspecified adaptive learning platform, implying it adjusts its content based on user performance. The content further explains that this platform could 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Adaptive learning platform</a:t>
            </a:r>
          </a:p>
          <a:p>
            <a:r>
              <a:rPr lang="en-US"/>
              <a:t>Learning content adjusts based on user performance</a:t>
            </a:r>
          </a:p>
          <a:p>
            <a:r>
              <a:rPr lang="en-US"/>
              <a:t>Testing feature in adaptive learning platforms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Research more on the concept of adaptive learning and its impact on education</a:t>
            </a:r>
          </a:p>
          <a:p>
            <a:r>
              <a:rPr lang="en-US"/>
              <a:t>Investigate specific examples or case studies of adaptive learning platforms to understand their functioning better</a:t>
            </a:r>
          </a:p>
          <a:p>
            <a:r>
              <a:rPr lang="en-US"/>
              <a:t>Explore articles discussing benefits and drawbacks of testing in educational settings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Adaptive learning platforms may tailor content to individual users' needs</a:t>
            </a:r>
          </a:p>
          <a:p>
            <a:r>
              <a:rPr lang="en-US"/>
              <a:t>Testing can be a possible feature in adaptive learning platforms but details about its nature are missing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