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6a2e3f12aad1eb3fe0fa8b87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