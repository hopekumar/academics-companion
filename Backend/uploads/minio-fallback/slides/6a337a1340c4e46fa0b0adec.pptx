
<file path=[Content_Types].xml><?xml version="1.0" encoding="utf-8"?>
<Types xmlns="http://schemas.openxmlformats.org/package/2006/content-types">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6"/>
    <p:sldId id="257" r:id="rId7"/>
    <p:sldId id="258" r:id="rId8"/>
    <p:sldId id="259" r:id="rId9"/>
    <p:sldId id="260" r:id="rId10"/>
    <p:sldId id="261" r:id="rId11"/>
    <p:sldId id="262" r:id="rId12"/>
    <p:sldId id="263"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1.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slide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p:cNvSpPr>
            <a:spLocks noGrp="1"/>
          </p:cNvSpPr>
          <p:nvPr>
            <p:ph type="ctrTitle"/>
          </p:nvPr>
        </p:nvSpPr>
        <p:spPr>
          <a:xfrm>
            <a:off x="685800" y="2130425"/>
            <a:ext cx="7772400" cy="1470025"/>
          </a:xfrm>
        </p:spPr>
        <p:txBody>
          <a:bodyPr/>
          <a:lstStyle/>
          <a:p>
            <a:r>
              <a:rPr lang="en-US"/>
              <a:t>Generated Presentation</a:t>
            </a:r>
            <a:endParaRPr lang="en-US" smtClean="0"/>
          </a:p>
        </p:txBody>
      </p:sp>
      <p:sp xmlns:r="http://schemas.openxmlformats.org/officeDocument/2006/relationships">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Source ID: 6a337a1340c4e46fa0b0adec</a:t>
            </a:r>
            <a:endParaRPr lang="en-US" smtClean="0"/>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p:cNvSpPr>
            <a:spLocks noGrp="1"/>
          </p:cNvSpPr>
          <p:nvPr>
            <p:ph type="title"/>
          </p:nvPr>
        </p:nvSpPr>
        <p:spPr/>
        <p:txBody>
          <a:bodyPr/>
          <a:lstStyle/>
          <a:p>
            <a:r>
              <a:rPr lang="en-US"/>
              <a:t>Overview</a:t>
            </a:r>
            <a:endParaRPr lang="en-US" smtClean="0"/>
          </a:p>
        </p:txBody>
      </p:sp>
      <p:sp xmlns:r="http://schemas.openxmlformats.org/officeDocument/2006/relationships">
        <p:nvSpPr>
          <p:cNvPr id="3" name="Content Placeholder 2"/>
          <p:cNvSpPr>
            <a:spLocks noGrp="1"/>
          </p:cNvSpPr>
          <p:nvPr>
            <p:ph idx="1"/>
          </p:nvPr>
        </p:nvSpPr>
        <p:spPr/>
        <p:txBody>
          <a:bodyPr/>
          <a:lstStyle/>
          <a:p>
            <a:r>
              <a:rPr lang="en-US"/>
              <a:t>The text discusses a proposed taxonomy for classifying cyber events, aiming to facilitate meaningful conversations about cyber risks among technical staff, organizational leaders, and policy makers. The taxonomy was applied to analyze over 2,431 publicized cyber events from 2014-2016 across various ...</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p:cNvSpPr>
            <a:spLocks noGrp="1"/>
          </p:cNvSpPr>
          <p:nvPr>
            <p:ph type="title"/>
          </p:nvPr>
        </p:nvSpPr>
        <p:spPr/>
        <p:txBody>
          <a:bodyPr/>
          <a:lstStyle/>
          <a:p>
            <a:r>
              <a:rPr lang="en-US"/>
              <a:t>Key Concepts</a:t>
            </a:r>
            <a:endParaRPr lang="en-US" smtClean="0"/>
          </a:p>
        </p:txBody>
      </p:sp>
      <p:sp xmlns:r="http://schemas.openxmlformats.org/officeDocument/2006/relationships">
        <p:nvSpPr>
          <p:cNvPr id="3" name="Content Placeholder 2"/>
          <p:cNvSpPr>
            <a:spLocks noGrp="1"/>
          </p:cNvSpPr>
          <p:nvPr>
            <p:ph idx="1"/>
          </p:nvPr>
        </p:nvSpPr>
        <p:spPr/>
        <p:txBody>
          <a:bodyPr/>
          <a:lstStyle/>
          <a:p>
            <a:r>
              <a:rPr lang="en-US"/>
              <a:t>The text presents a new taxonomy for classifying cyber incidents</a:t>
            </a:r>
          </a:p>
          <a:p>
            <a:r>
              <a:rPr lang="en-US"/>
              <a:t>The taxonomy was applied to analyze 2,431 publicized cyber events from 2014-2016 across various sectors</a:t>
            </a:r>
          </a:p>
          <a:p>
            <a:r>
              <a:rPr lang="en-US"/>
              <a:t>Significant differences in the scale, method of attack, and distribution of effect were found across industries</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p:cNvSpPr>
            <a:spLocks noGrp="1"/>
          </p:cNvSpPr>
          <p:nvPr>
            <p:ph type="title"/>
          </p:nvPr>
        </p:nvSpPr>
        <p:spPr/>
        <p:txBody>
          <a:bodyPr/>
          <a:lstStyle/>
          <a:p>
            <a:r>
              <a:rPr lang="en-US"/>
              <a:t>Definitions</a:t>
            </a:r>
            <a:endParaRPr lang="en-US" smtClean="0"/>
          </a:p>
        </p:txBody>
      </p:sp>
      <p:sp xmlns:r="http://schemas.openxmlformats.org/officeDocument/2006/relationships">
        <p:nvSpPr>
          <p:cNvPr id="3" name="Content Placeholder 2"/>
          <p:cNvSpPr>
            <a:spLocks noGrp="1"/>
          </p:cNvSpPr>
          <p:nvPr>
            <p:ph idx="1"/>
          </p:nvPr>
        </p:nvSpPr>
        <p:spPr/>
        <p:txBody>
          <a:bodyPr/>
          <a:lstStyle/>
          <a:p>
            <a:r>
              <a:rPr lang="en-US"/>
              <a:t>No flashcards found.</a:t>
            </a:r>
          </a:p>
        </p:txBody>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p:cNvSpPr>
            <a:spLocks noGrp="1"/>
          </p:cNvSpPr>
          <p:nvPr>
            <p:ph type="title"/>
          </p:nvPr>
        </p:nvSpPr>
        <p:spPr/>
        <p:txBody>
          <a:bodyPr/>
          <a:lstStyle/>
          <a:p>
            <a:r>
              <a:rPr lang="en-US"/>
              <a:t>Applications</a:t>
            </a:r>
            <a:endParaRPr lang="en-US" smtClean="0"/>
          </a:p>
        </p:txBody>
      </p:sp>
      <p:sp xmlns:r="http://schemas.openxmlformats.org/officeDocument/2006/relationships">
        <p:nvSpPr>
          <p:cNvPr id="3" name="Content Placeholder 2"/>
          <p:cNvSpPr>
            <a:spLocks noGrp="1"/>
          </p:cNvSpPr>
          <p:nvPr>
            <p:ph idx="1"/>
          </p:nvPr>
        </p:nvSpPr>
        <p:spPr/>
        <p:txBody>
          <a:bodyPr/>
          <a:lstStyle/>
          <a:p>
            <a:r>
              <a:rPr lang="en-US"/>
              <a:t>Further study on the proposed taxonomy's effectiveness in classifying cyber events across different sectors</a:t>
            </a:r>
          </a:p>
          <a:p>
            <a:r>
              <a:rPr lang="en-US"/>
              <a:t>Development of sector-specific risk mitigation strategies based on the findings</a:t>
            </a:r>
          </a:p>
        </p:txBody>
      </p:sp>
    </p:spTree>
  </p:cSld>
  <p:clrMapOvr>
    <a:masterClrMapping/>
  </p:clrMapOvr>
</p:sld>
</file>

<file path=ppt/slides/slide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p:cNvSpPr>
            <a:spLocks noGrp="1"/>
          </p:cNvSpPr>
          <p:nvPr>
            <p:ph type="title"/>
          </p:nvPr>
        </p:nvSpPr>
        <p:spPr/>
        <p:txBody>
          <a:bodyPr/>
          <a:lstStyle/>
          <a:p>
            <a:r>
              <a:rPr lang="en-US"/>
              <a:t>Revision Notes</a:t>
            </a:r>
            <a:endParaRPr lang="en-US" smtClean="0"/>
          </a:p>
        </p:txBody>
      </p:sp>
      <p:sp xmlns:r="http://schemas.openxmlformats.org/officeDocument/2006/relationships">
        <p:nvSpPr>
          <p:cNvPr id="3" name="Content Placeholder 2"/>
          <p:cNvSpPr>
            <a:spLocks noGrp="1"/>
          </p:cNvSpPr>
          <p:nvPr>
            <p:ph idx="1"/>
          </p:nvPr>
        </p:nvSpPr>
        <p:spPr/>
        <p:txBody>
          <a:bodyPr/>
          <a:lstStyle/>
          <a:p>
            <a:r>
              <a:rPr lang="en-US"/>
              <a:t>The need for deeper analysis by sector to assess the risk for specific organizations and critical infrastructure</a:t>
            </a:r>
          </a:p>
          <a:p>
            <a:r>
              <a:rPr lang="en-US"/>
              <a:t>The importance of tailoring risk mitigation strategies to fit the different threat environments in various industries</a:t>
            </a:r>
          </a:p>
        </p:txBody>
      </p:sp>
    </p:spTree>
  </p:cSld>
  <p:clrMapOvr>
    <a:masterClrMapping/>
  </p:clrMapOvr>
</p:sld>
</file>

<file path=ppt/slides/slide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p:cNvSpPr>
            <a:spLocks noGrp="1"/>
          </p:cNvSpPr>
          <p:nvPr>
            <p:ph type="title"/>
          </p:nvPr>
        </p:nvSpPr>
        <p:spPr/>
        <p:txBody>
          <a:bodyPr/>
          <a:lstStyle/>
          <a:p>
            <a:r>
              <a:rPr lang="en-US"/>
              <a:t>Quiz Highlights</a:t>
            </a:r>
            <a:endParaRPr lang="en-US" smtClean="0"/>
          </a:p>
        </p:txBody>
      </p:sp>
      <p:sp xmlns:r="http://schemas.openxmlformats.org/officeDocument/2006/relationships">
        <p:nvSpPr>
          <p:cNvPr id="3" name="Content Placeholder 2"/>
          <p:cNvSpPr>
            <a:spLocks noGrp="1"/>
          </p:cNvSpPr>
          <p:nvPr>
            <p:ph idx="1"/>
          </p:nvPr>
        </p:nvSpPr>
        <p:spPr/>
        <p:txBody>
          <a:bodyPr/>
          <a:lstStyle/>
          <a:p>
            <a:r>
              <a:rPr lang="en-US"/>
              <a:t>Review flashcards for important test topics.</a:t>
            </a:r>
          </a:p>
        </p:txBody>
      </p:sp>
    </p:spTree>
  </p:cSld>
  <p:clrMapOvr>
    <a:masterClrMapping/>
  </p:clrMapOvr>
</p:sld>
</file>

<file path=ppt/slides/slide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p:cNvSpPr>
            <a:spLocks noGrp="1"/>
          </p:cNvSpPr>
          <p:nvPr>
            <p:ph type="title"/>
          </p:nvPr>
        </p:nvSpPr>
        <p:spPr/>
        <p:txBody>
          <a:bodyPr/>
          <a:lstStyle/>
          <a:p>
            <a:r>
              <a:rPr lang="en-US"/>
              <a:t>Conclusion</a:t>
            </a:r>
            <a:endParaRPr lang="en-US" smtClean="0"/>
          </a:p>
        </p:txBody>
      </p:sp>
      <p:sp xmlns:r="http://schemas.openxmlformats.org/officeDocument/2006/relationships">
        <p:nvSpPr>
          <p:cNvPr id="3" name="Content Placeholder 2"/>
          <p:cNvSpPr>
            <a:spLocks noGrp="1"/>
          </p:cNvSpPr>
          <p:nvPr>
            <p:ph idx="1"/>
          </p:nvPr>
        </p:nvSpPr>
        <p:spPr/>
        <p:txBody>
          <a:bodyPr/>
          <a:lstStyle/>
          <a:p>
            <a:r>
              <a:rPr lang="en-US"/>
              <a:t>End of presentation. Review summary and flashcards for mastery.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terms:modified xsi:type="dcterms:W3CDTF">2011-08-01T06:04:30Z</dcterms:modified>
  <cp:revision>1</cp:revision>
</cp:coreProperties>
</file>