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ctrTitle"/>
          </p:nvPr>
        </p:nvSpPr>
        <p:spPr>
          <a:xfrm>
            <a:off x="685800" y="2130425"/>
            <a:ext cx="7772400" cy="1470025"/>
          </a:xfrm>
        </p:spPr>
        <p:txBody>
          <a:bodyPr/>
          <a:lstStyle/>
          <a:p>
            <a:r>
              <a:rPr lang="en-US"/>
              <a:t>Generated Presentation</a:t>
            </a:r>
            <a:endParaRPr lang="en-US" smtClean="0"/>
          </a:p>
        </p:txBody>
      </p:sp>
      <p:sp xmlns:r="http://schemas.openxmlformats.org/officeDocument/2006/relationships">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Source ID: 6a3168b83605661686cf8920</a:t>
            </a:r>
            <a:endParaRPr lang="en-US" smtClean="0"/>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Overview</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The provided text discusses the Programming in Java course and focuses on the history, features, and applications of Java. Java, developed by Sun Microsystems (now Oracle) in 1995, is an object-oriented programming language known for its platform-independent nature, security, and versatility. It has...</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Key Concepts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Java is an object-oriented programming language</a:t>
            </a:r>
          </a:p>
          <a:p>
            <a:r>
              <a:rPr lang="en-US"/>
              <a:t>Java was developed by Sun Microsystems in 1995</a:t>
            </a:r>
          </a:p>
          <a:p>
            <a:r>
              <a:rPr lang="en-US"/>
              <a:t>Java has been widely used in various industries</a:t>
            </a:r>
          </a:p>
          <a:p>
            <a:r>
              <a:rPr lang="en-US"/>
              <a:t>Key milestones of Java's evolution are highlighted</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Definitions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No flashcards found.</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Applications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Study the fundamentals of Java and Object-Oriented Programming</a:t>
            </a:r>
          </a:p>
          <a:p>
            <a:r>
              <a:rPr lang="en-US"/>
              <a:t>Explore real-world applications of Java in various industries</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Revision Notes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Java's platform-independent nature</a:t>
            </a:r>
          </a:p>
          <a:p>
            <a:r>
              <a:rPr lang="en-US"/>
              <a:t>Java's versatility and wide usage</a:t>
            </a:r>
          </a:p>
          <a:p>
            <a:r>
              <a:rPr lang="en-US"/>
              <a:t>Java's Object-Oriented Programming concepts</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Quiz Highlights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Review flashcards for important test topics.</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Conclusion</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End of presentation. Review summary and flashcards for mastery.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