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6a32ae8e67c9d16e18d09251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in Java course, focusing on its introduction, history, and key milestones. Java is an object-oriented programming language developed by Sun Microsystems (now Oracle) in 1995, with James Gosling as its creator. The text highlights Java's platform-independen...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 programming language</a:t>
            </a:r>
          </a:p>
          <a:p>
            <a:r>
              <a:rPr lang="en-US"/>
              <a:t>Java was developed by Sun Microsystems in 1995</a:t>
            </a:r>
          </a:p>
          <a:p>
            <a:r>
              <a:rPr lang="en-US"/>
              <a:t>Java's platform-independent nature allows it to run on various devices</a:t>
            </a:r>
          </a:p>
          <a:p>
            <a:r>
              <a:rPr lang="en-US"/>
              <a:t>Key milestones include Java 2 (J2SE) and Java 8 with functional programming features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various applications of Java across different industries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widely used across various industries</a:t>
            </a:r>
          </a:p>
          <a:p>
            <a:r>
              <a:rPr lang="en-US"/>
              <a:t>Java's versatility has led to its evolution from a consumer electronic device language to a general-purpose programming language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