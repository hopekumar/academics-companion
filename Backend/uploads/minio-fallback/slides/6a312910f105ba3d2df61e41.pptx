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6a312910f105ba3d2df61e41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text discusses a proposed taxonomy for classifying cyber events by Charles Harry and Nancy Gallagher. The classification aims to facilitate meaningful conversations about the risk of cyber-attacks among technical staff, organizational leaders, and policy makers. The taxonomy was applied to analy...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proposed taxonomy for classifying cyber events is presented</a:t>
            </a:r>
          </a:p>
          <a:p>
            <a:r>
              <a:rPr lang="en-US"/>
              <a:t>The taxonomy was applied to analyze over 2,431 publicized cyber events from 2014-2016</a:t>
            </a:r>
          </a:p>
          <a:p>
            <a:r>
              <a:rPr lang="en-US"/>
              <a:t>Industrial sectors vary in the scale, type, and method of cyber events they experience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Further research into the effectiveness of the proposed taxonomy in different industries</a:t>
            </a:r>
          </a:p>
          <a:p>
            <a:r>
              <a:rPr lang="en-US"/>
              <a:t>Implementation of the taxonomy by organizations for improved cybersecurity strategies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Strategies for dealing with cyber threats may need to be tailored based on industry</a:t>
            </a:r>
          </a:p>
          <a:p>
            <a:r>
              <a:rPr lang="en-US"/>
              <a:t>The proposed taxonomy could facilitate more nuanced conversations about cyber risks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