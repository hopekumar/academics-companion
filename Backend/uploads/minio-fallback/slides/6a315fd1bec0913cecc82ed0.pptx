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6a315fd1bec0913cecc82ed0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introduces a programming course on Java (24CSC2T431), covering topics such as its history, fundamentals of object-oriented programming, benefits, features, and a simple Java program structure. The text also mentions the Java Development Kit (JDK) and Byte Code, as well as the Java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Fundamentals of Object-Oriented Programming</a:t>
            </a:r>
          </a:p>
          <a:p>
            <a:r>
              <a:rPr lang="en-US"/>
              <a:t>Features and benefits of Java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the structure of a simple Java program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programming language developed by Sun Microsystems (now Oracle) in 1995</a:t>
            </a:r>
          </a:p>
          <a:p>
            <a:r>
              <a:rPr lang="en-US"/>
              <a:t>Java was initially named Oak, later renamed to Java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