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6a2fdb62c1d6df0161367afe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