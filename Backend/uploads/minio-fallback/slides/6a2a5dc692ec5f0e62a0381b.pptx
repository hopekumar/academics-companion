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6a2a5dc692ec5f0e62a0381b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text discusses a proposed taxonomy for classifying cyber events to facilitate meaningful conversations about the risk to organizations and critical infrastructure. The taxonomy was analyzed over 2,431 publicized cyber events from 2014-2016 by industrial sector. The scale of events, distribution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proposed taxonomy for classifying cyber events is presented</a:t>
            </a:r>
          </a:p>
          <a:p>
            <a:r>
              <a:rPr lang="en-US"/>
              <a:t>The analysis of over 2,431 publicized cyber events from 2014-2016 by industrial sector was conducted</a:t>
            </a:r>
          </a:p>
          <a:p>
            <a:r>
              <a:rPr lang="en-US"/>
              <a:t>Industrial sectors vary in the scale, types, and methods of cyber events they experience</a:t>
            </a:r>
          </a:p>
          <a:p>
            <a:r>
              <a:rPr lang="en-US"/>
              <a:t>The paper provides a tool to engage in nuanced conversations about cyber risks for organizations and critical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Who was Socrates? | A: Socrates was a classical Greek philosopher from Athens who is widely recognized as one of the founders of Western philosophy.</a:t>
            </a:r>
          </a:p>
          <a:p>
            <a:r>
              <a:rPr lang="en-US"/>
              <a:t>Q: What is Plato's Allegory of the Cave? | A: Plato's Allegory of the Cave is a philosophical allegory used by the philosopher Plato to illustrate his theory of knowledge and reality.</a:t>
            </a:r>
          </a:p>
          <a:p>
            <a:r>
              <a:rPr lang="en-US"/>
              <a:t>Q: Who was Aristotle? | A: Aristotle was a Greek philosopher who was a student of Plato and is considered the founder of Western philosophy. He also made significant contributions in various fields, including logic, metaphysics, ethics, biology, physics, and politics.</a:t>
            </a:r>
          </a:p>
          <a:p>
            <a:r>
              <a:rPr lang="en-US"/>
              <a:t>Q: What is Stoicism? | A: Stoicism is an ancient Greek philosophy that teaches the development of self-control and fortitude as a means of overcoming destructive emotions. It was developed by Zeno of Citium in the 3rd century BC.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Further study of the proposed taxonomy to evaluate its effectiveness in categorizing cyber events</a:t>
            </a:r>
          </a:p>
          <a:p>
            <a:r>
              <a:rPr lang="en-US"/>
              <a:t>Research into the impact of different types and scales of cyber events on various industries</a:t>
            </a:r>
          </a:p>
          <a:p>
            <a:r>
              <a:rPr lang="en-US"/>
              <a:t>Exploration of potential solutions to address the identified variations in cyber threats across sectors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Improved classification methods can aid technical staff, organizational leaders, and policy makers in understanding cyber threats</a:t>
            </a:r>
          </a:p>
          <a:p>
            <a:r>
              <a:rPr lang="en-US"/>
              <a:t>Cyber threats affect different industries differently</a:t>
            </a:r>
          </a:p>
          <a:p>
            <a:r>
              <a:rPr lang="en-US"/>
              <a:t>The proposed taxonomy offers a means to discuss cyber risks at a more nuanced level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