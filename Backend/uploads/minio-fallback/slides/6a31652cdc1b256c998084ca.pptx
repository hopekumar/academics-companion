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6a31652cdc1b256c998084ca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provided text discusses the programming language Java, its history, and applications. Developed by Sun Microsystems (now Oracle) in 1995, Java is an object-oriented, platform-independent language with features such as inheritance, polymorphism, abstraction, and encapsulation. It has been widely ...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Java is an object-oriented programming language developed by Sun Microsystems</a:t>
            </a:r>
          </a:p>
          <a:p>
            <a:r>
              <a:rPr lang="en-US"/>
              <a:t>Java's versatility led it to evolve from a language for consumer electronic devices to a general-purpose language</a:t>
            </a:r>
          </a:p>
          <a:p>
            <a:r>
              <a:rPr lang="en-US"/>
              <a:t>Key milestones in Java's evolution include the introduction of significant improvements and functional programming features like lambda expressions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Study the fundamentals of Object-Oriented Programming in Java</a:t>
            </a:r>
          </a:p>
          <a:p>
            <a:r>
              <a:rPr lang="en-US"/>
              <a:t>Explore Java's platform-independent nature and its impact on large-scale systems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Java is platform-independent, making it ideal for large-scale systems</a:t>
            </a:r>
          </a:p>
          <a:p>
            <a:r>
              <a:rPr lang="en-US"/>
              <a:t>Java has a large community support and extensive libraries/APIs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