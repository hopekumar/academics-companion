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6a3395469fcb447a7edac64c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'PROGRAMMING IN JAVA' course, focusing on its introduction, history, and key milestones. Java is an object-oriented programming language developed by Sun Microsystems (now Oracle) in 1995, with James Gosling as its creator. The text explains the platform-independent n...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Key Milestones in Java's development</a:t>
            </a:r>
          </a:p>
          <a:p>
            <a:r>
              <a:rPr lang="en-US"/>
              <a:t>Applications of Java</a:t>
            </a:r>
          </a:p>
          <a:p>
            <a:r>
              <a:rPr lang="en-US"/>
              <a:t>Object-Oriented Programming concepts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various applications of Java in different industries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 and versatility</a:t>
            </a:r>
          </a:p>
          <a:p>
            <a:r>
              <a:rPr lang="en-US"/>
              <a:t>Java's impact on the industry</a:t>
            </a:r>
          </a:p>
          <a:p>
            <a:r>
              <a:rPr lang="en-US"/>
              <a:t>Significant milestones in Java's development</a:t>
            </a:r>
          </a:p>
          <a:p>
            <a:r>
              <a:rPr lang="en-US"/>
              <a:t>Various applications of Java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