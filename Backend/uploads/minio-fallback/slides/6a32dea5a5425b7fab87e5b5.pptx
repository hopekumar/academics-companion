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1.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ctrTitle"/>
          </p:nvPr>
        </p:nvSpPr>
        <p:spPr>
          <a:xfrm>
            <a:off x="685800" y="2130425"/>
            <a:ext cx="7772400" cy="1470025"/>
          </a:xfrm>
        </p:spPr>
        <p:txBody>
          <a:bodyPr/>
          <a:lstStyle/>
          <a:p>
            <a:r>
              <a:rPr lang="en-US"/>
              <a:t>Generated Presentation</a:t>
            </a:r>
            <a:endParaRPr lang="en-US" smtClean="0"/>
          </a:p>
        </p:txBody>
      </p:sp>
      <p:sp xmlns:r="http://schemas.openxmlformats.org/officeDocument/2006/relationships">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Source ID: 6a32dea5a5425b7fab87e5b5</a:t>
            </a:r>
            <a:endParaRPr lang="en-US" smtClean="0"/>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Overview</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The provided text discusses the programming language Java, its history, and applications. Developed by Sun Microsystems (now Oracle) in 1995, Java is an object-oriented, platform-independent language with a wide range of uses including desktop, web, enterprise, mobile, embedded systems, smart cards,...</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Key Concepts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Java is an object-oriented, platform-independent language</a:t>
            </a:r>
          </a:p>
          <a:p>
            <a:r>
              <a:rPr lang="en-US"/>
              <a:t>Java has a wide range of applications including desktop, web, enterprise, mobile, embedded systems, smart cards, robotics, and games</a:t>
            </a:r>
          </a:p>
          <a:p>
            <a:r>
              <a:rPr lang="en-US"/>
              <a:t>Key milestones in Java's development include its initial release in 1995, improvements in 1998, the introduction of generics, enums, and enhanced for loops in 2004, and functional programming features like lambda expressions in 2014</a:t>
            </a:r>
          </a:p>
          <a:p>
            <a:r>
              <a:rPr lang="en-US"/>
              <a:t>Java endures due to platform independence via Java Virtual Machine (JVM), robustness, security, scalability, large community support, and extensive libraries/APIs</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Definitions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No flashcards found.</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Applications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Study the fundamentals of Object-Oriented Programming in Java</a:t>
            </a:r>
          </a:p>
          <a:p>
            <a:r>
              <a:rPr lang="en-US"/>
              <a:t>Explore real-world examples of Java applications</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Revision Notes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Java's 'Write Once, Run Anywhere' (WORA) slogan reflects its platform-independent nature</a:t>
            </a:r>
          </a:p>
          <a:p>
            <a:r>
              <a:rPr lang="en-US"/>
              <a:t>Java has a rich history of continuous development and improvement since its initial release in 1995</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Quiz Highlights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Review flashcards for important test topics.</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Conclusion</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End of presentation. Review summary and flashcards for mastery.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