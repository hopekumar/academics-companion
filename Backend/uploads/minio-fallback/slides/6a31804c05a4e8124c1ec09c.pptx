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6a31804c05a4e8124c1ec09c</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introduction to Java programming language, its history, and applications. Java was developed by Sun Microsystems (now Oracle) in 1995 by James Gosling, Mike Sheridan, and Patrick Naughton. It is an object-oriented, class-based, concurrent, secured, and general-purpose...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Introduction to Java and its features</a:t>
            </a:r>
          </a:p>
          <a:p>
            <a:r>
              <a:rPr lang="en-US"/>
              <a:t>History of Java development</a:t>
            </a:r>
          </a:p>
          <a:p>
            <a:r>
              <a:rPr lang="en-US"/>
              <a:t>Key milestones in Java's evolution</a:t>
            </a:r>
          </a:p>
          <a:p>
            <a:r>
              <a:rPr lang="en-US"/>
              <a:t>Applications of Java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Object-Oriented Programming concepts introduced in the text</a:t>
            </a:r>
          </a:p>
          <a:p>
            <a:r>
              <a:rPr lang="en-US"/>
              <a:t>Explore Java's platform-independent nature by writing and testing simple Java programs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Java's platform-independent nature</a:t>
            </a:r>
          </a:p>
          <a:p>
            <a:r>
              <a:rPr lang="en-US"/>
              <a:t>Java's wide range of applications</a:t>
            </a:r>
          </a:p>
          <a:p>
            <a:r>
              <a:rPr lang="en-US"/>
              <a:t>Java's endurance due to JVM, robustness, security, and large community support</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